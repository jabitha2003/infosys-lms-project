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2" r:id="rId9"/>
    <p:sldId id="264" r:id="rId10"/>
    <p:sldId id="274" r:id="rId11"/>
    <p:sldId id="265" r:id="rId12"/>
    <p:sldId id="267" r:id="rId13"/>
    <p:sldId id="275" r:id="rId14"/>
    <p:sldId id="268" r:id="rId15"/>
    <p:sldId id="270" r:id="rId16"/>
    <p:sldId id="269" r:id="rId17"/>
    <p:sldId id="271" r:id="rId18"/>
    <p:sldId id="272" r:id="rId19"/>
    <p:sldId id="266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48" y="8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42CA6-C982-674D-3996-79591195B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1" y="1924599"/>
            <a:ext cx="11983916" cy="300880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Learning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           	 and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 			development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					management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 						application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050381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2EF7E4-5CC5-C9ED-A6E3-420911871CEE}"/>
              </a:ext>
            </a:extLst>
          </p:cNvPr>
          <p:cNvSpPr txBox="1"/>
          <p:nvPr/>
        </p:nvSpPr>
        <p:spPr>
          <a:xfrm>
            <a:off x="1943100" y="2664069"/>
            <a:ext cx="92495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are building a web-based system to manage training programs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platform works on role-based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have mainly three type of users</a:t>
            </a:r>
          </a:p>
          <a:p>
            <a:r>
              <a:rPr lang="en-US" dirty="0"/>
              <a:t>      	1.Admin </a:t>
            </a:r>
          </a:p>
          <a:p>
            <a:r>
              <a:rPr lang="en-US" dirty="0"/>
              <a:t>	2.Manager</a:t>
            </a:r>
          </a:p>
          <a:p>
            <a:r>
              <a:rPr lang="en-US" dirty="0"/>
              <a:t>	3.Employee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user have specific task to do 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0AEA57-7BE3-5307-5490-FC2AA13F6751}"/>
              </a:ext>
            </a:extLst>
          </p:cNvPr>
          <p:cNvSpPr/>
          <p:nvPr/>
        </p:nvSpPr>
        <p:spPr>
          <a:xfrm>
            <a:off x="705347" y="1103366"/>
            <a:ext cx="61565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</a:rPr>
              <a:t>PROJECT OVERVIEW:</a:t>
            </a:r>
          </a:p>
        </p:txBody>
      </p:sp>
    </p:spTree>
    <p:extLst>
      <p:ext uri="{BB962C8B-B14F-4D97-AF65-F5344CB8AC3E}">
        <p14:creationId xmlns:p14="http://schemas.microsoft.com/office/powerpoint/2010/main" val="309326907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 descr="Chevron arrows with solid fill">
            <a:extLst>
              <a:ext uri="{FF2B5EF4-FFF2-40B4-BE49-F238E27FC236}">
                <a16:creationId xmlns:a16="http://schemas.microsoft.com/office/drawing/2014/main" id="{3D4AC71C-EB1F-CDEC-A2A6-6CD408F0B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0208" y="1590812"/>
            <a:ext cx="416169" cy="4161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273054-0BBC-2F87-4C88-83EA031060E0}"/>
              </a:ext>
            </a:extLst>
          </p:cNvPr>
          <p:cNvSpPr txBox="1"/>
          <p:nvPr/>
        </p:nvSpPr>
        <p:spPr>
          <a:xfrm>
            <a:off x="2086709" y="1556238"/>
            <a:ext cx="983566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Authentication and Role Management</a:t>
            </a:r>
          </a:p>
          <a:p>
            <a:endParaRPr lang="en-US" dirty="0"/>
          </a:p>
          <a:p>
            <a:r>
              <a:rPr lang="en-US" dirty="0"/>
              <a:t>Training Request and Management</a:t>
            </a:r>
          </a:p>
          <a:p>
            <a:endParaRPr lang="en-US" dirty="0"/>
          </a:p>
          <a:p>
            <a:r>
              <a:rPr lang="en-US" dirty="0"/>
              <a:t>Course Creation and Assignment</a:t>
            </a:r>
          </a:p>
          <a:p>
            <a:endParaRPr lang="en-US" dirty="0"/>
          </a:p>
          <a:p>
            <a:r>
              <a:rPr lang="en-US" dirty="0"/>
              <a:t>Employee Progress Tracking</a:t>
            </a:r>
          </a:p>
          <a:p>
            <a:endParaRPr lang="en-US" dirty="0"/>
          </a:p>
          <a:p>
            <a:r>
              <a:rPr lang="en-US" dirty="0"/>
              <a:t>Feedback Collection and Reporting</a:t>
            </a:r>
          </a:p>
          <a:p>
            <a:endParaRPr lang="en-US" dirty="0"/>
          </a:p>
          <a:p>
            <a:r>
              <a:rPr lang="en-US" dirty="0"/>
              <a:t>Dashboard Overview and Reporting</a:t>
            </a:r>
          </a:p>
          <a:p>
            <a:endParaRPr lang="en-US" dirty="0"/>
          </a:p>
          <a:p>
            <a:r>
              <a:rPr lang="en-US" dirty="0"/>
              <a:t>Notification System</a:t>
            </a:r>
          </a:p>
          <a:p>
            <a:endParaRPr lang="en-US" dirty="0"/>
          </a:p>
          <a:p>
            <a:r>
              <a:rPr lang="en-US" dirty="0"/>
              <a:t>Course Progress Analytics</a:t>
            </a:r>
            <a:endParaRPr lang="en-IN" dirty="0"/>
          </a:p>
        </p:txBody>
      </p:sp>
      <p:pic>
        <p:nvPicPr>
          <p:cNvPr id="11" name="Graphic 10" descr="Chevron arrows with solid fill">
            <a:extLst>
              <a:ext uri="{FF2B5EF4-FFF2-40B4-BE49-F238E27FC236}">
                <a16:creationId xmlns:a16="http://schemas.microsoft.com/office/drawing/2014/main" id="{4D3E2400-C728-E088-AB40-A5AF6EC80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8477" y="2134764"/>
            <a:ext cx="416169" cy="416169"/>
          </a:xfrm>
          <a:prstGeom prst="rect">
            <a:avLst/>
          </a:prstGeom>
        </p:spPr>
      </p:pic>
      <p:pic>
        <p:nvPicPr>
          <p:cNvPr id="12" name="Graphic 11" descr="Chevron arrows with solid fill">
            <a:extLst>
              <a:ext uri="{FF2B5EF4-FFF2-40B4-BE49-F238E27FC236}">
                <a16:creationId xmlns:a16="http://schemas.microsoft.com/office/drawing/2014/main" id="{6185C364-6103-C706-E498-34C0244B4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0208" y="2631369"/>
            <a:ext cx="416169" cy="416169"/>
          </a:xfrm>
          <a:prstGeom prst="rect">
            <a:avLst/>
          </a:prstGeom>
        </p:spPr>
      </p:pic>
      <p:pic>
        <p:nvPicPr>
          <p:cNvPr id="13" name="Graphic 12" descr="Chevron arrows with solid fill">
            <a:extLst>
              <a:ext uri="{FF2B5EF4-FFF2-40B4-BE49-F238E27FC236}">
                <a16:creationId xmlns:a16="http://schemas.microsoft.com/office/drawing/2014/main" id="{3C21510D-E08A-B442-7CCE-F22C53FC4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8478" y="3209728"/>
            <a:ext cx="416169" cy="416169"/>
          </a:xfrm>
          <a:prstGeom prst="rect">
            <a:avLst/>
          </a:prstGeom>
        </p:spPr>
      </p:pic>
      <p:pic>
        <p:nvPicPr>
          <p:cNvPr id="14" name="Graphic 13" descr="Chevron arrows with solid fill">
            <a:extLst>
              <a:ext uri="{FF2B5EF4-FFF2-40B4-BE49-F238E27FC236}">
                <a16:creationId xmlns:a16="http://schemas.microsoft.com/office/drawing/2014/main" id="{1DA81CD6-FC91-A9FB-3D4F-0AA642594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3131" y="3737898"/>
            <a:ext cx="416169" cy="416169"/>
          </a:xfrm>
          <a:prstGeom prst="rect">
            <a:avLst/>
          </a:prstGeom>
        </p:spPr>
      </p:pic>
      <p:pic>
        <p:nvPicPr>
          <p:cNvPr id="15" name="Graphic 14" descr="Chevron arrows with solid fill">
            <a:extLst>
              <a:ext uri="{FF2B5EF4-FFF2-40B4-BE49-F238E27FC236}">
                <a16:creationId xmlns:a16="http://schemas.microsoft.com/office/drawing/2014/main" id="{203137A3-51BD-F778-8994-856EC8195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0208" y="5372597"/>
            <a:ext cx="416169" cy="416169"/>
          </a:xfrm>
          <a:prstGeom prst="rect">
            <a:avLst/>
          </a:prstGeom>
        </p:spPr>
      </p:pic>
      <p:pic>
        <p:nvPicPr>
          <p:cNvPr id="16" name="Graphic 15" descr="Chevron arrows with solid fill">
            <a:extLst>
              <a:ext uri="{FF2B5EF4-FFF2-40B4-BE49-F238E27FC236}">
                <a16:creationId xmlns:a16="http://schemas.microsoft.com/office/drawing/2014/main" id="{77E1BC0F-8BAC-ABB8-7253-46685C665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0209" y="4844427"/>
            <a:ext cx="416169" cy="416169"/>
          </a:xfrm>
          <a:prstGeom prst="rect">
            <a:avLst/>
          </a:prstGeom>
        </p:spPr>
      </p:pic>
      <p:pic>
        <p:nvPicPr>
          <p:cNvPr id="17" name="Graphic 16" descr="Chevron arrows with solid fill">
            <a:extLst>
              <a:ext uri="{FF2B5EF4-FFF2-40B4-BE49-F238E27FC236}">
                <a16:creationId xmlns:a16="http://schemas.microsoft.com/office/drawing/2014/main" id="{A46CB25F-F0BA-9E71-9522-8E31A9BB2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8479" y="4297633"/>
            <a:ext cx="416169" cy="41616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944070B-A15B-9315-C80D-26BB1F77440E}"/>
              </a:ext>
            </a:extLst>
          </p:cNvPr>
          <p:cNvSpPr/>
          <p:nvPr/>
        </p:nvSpPr>
        <p:spPr>
          <a:xfrm>
            <a:off x="698294" y="520907"/>
            <a:ext cx="583439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</a:rPr>
              <a:t>Modules </a:t>
            </a:r>
            <a:r>
              <a:rPr lang="en-US" sz="54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</a:rPr>
              <a:t>I</a:t>
            </a:r>
            <a:r>
              <a:rPr lang="en-US" sz="5400" b="0" cap="none" spc="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</a:rPr>
              <a:t>n Project :</a:t>
            </a:r>
          </a:p>
        </p:txBody>
      </p:sp>
    </p:spTree>
    <p:extLst>
      <p:ext uri="{BB962C8B-B14F-4D97-AF65-F5344CB8AC3E}">
        <p14:creationId xmlns:p14="http://schemas.microsoft.com/office/powerpoint/2010/main" val="3112279025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E2488C-CA5A-9CE0-483B-0440A4868F43}"/>
              </a:ext>
            </a:extLst>
          </p:cNvPr>
          <p:cNvSpPr/>
          <p:nvPr/>
        </p:nvSpPr>
        <p:spPr>
          <a:xfrm>
            <a:off x="1019906" y="883558"/>
            <a:ext cx="41382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</a:rPr>
              <a:t>MILESTONE-1:</a:t>
            </a:r>
            <a:endParaRPr lang="en-US" sz="5400" b="0" cap="none" spc="0" dirty="0">
              <a:ln w="0"/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A63E41-7D4E-DDF2-415C-0C1739DADC45}"/>
              </a:ext>
            </a:extLst>
          </p:cNvPr>
          <p:cNvSpPr txBox="1"/>
          <p:nvPr/>
        </p:nvSpPr>
        <p:spPr>
          <a:xfrm>
            <a:off x="2303585" y="2092569"/>
            <a:ext cx="45895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milestone-1 we created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Home page, Login page, Signup page and Admin page</a:t>
            </a:r>
          </a:p>
          <a:p>
            <a:r>
              <a:rPr lang="en-IN" b="1" dirty="0">
                <a:solidFill>
                  <a:srgbClr val="002060"/>
                </a:solidFill>
              </a:rPr>
              <a:t>1.Home Page:</a:t>
            </a: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4E9CD-2DAD-00A1-507F-7BDD76B6E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186" y="3292898"/>
            <a:ext cx="8409214" cy="336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902075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A2678C-DB97-8FF4-3084-A31F38D98C54}"/>
              </a:ext>
            </a:extLst>
          </p:cNvPr>
          <p:cNvSpPr txBox="1"/>
          <p:nvPr/>
        </p:nvSpPr>
        <p:spPr>
          <a:xfrm>
            <a:off x="1556238" y="615462"/>
            <a:ext cx="1934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2060"/>
                </a:solidFill>
              </a:rPr>
              <a:t>2.Login Page</a:t>
            </a:r>
            <a:r>
              <a:rPr lang="en-US" dirty="0">
                <a:solidFill>
                  <a:srgbClr val="002060"/>
                </a:solidFill>
              </a:rPr>
              <a:t>: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FDDC5-CC7B-3A7A-3F00-A81C3FCBEF31}"/>
              </a:ext>
            </a:extLst>
          </p:cNvPr>
          <p:cNvSpPr txBox="1"/>
          <p:nvPr/>
        </p:nvSpPr>
        <p:spPr>
          <a:xfrm>
            <a:off x="1424353" y="362230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2060"/>
                </a:solidFill>
              </a:rPr>
              <a:t>3.Signup Page:</a:t>
            </a:r>
            <a:endParaRPr lang="en-IN" b="1" i="1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3EF568-0C78-9155-6E4E-213847C8F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886" y="984794"/>
            <a:ext cx="7171488" cy="26375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2933DD-68BD-E595-AD59-63376D28A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534" y="3991638"/>
            <a:ext cx="5809315" cy="282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8061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CA681C4-992D-AA1B-8CE6-4136D11EC4B0}"/>
              </a:ext>
            </a:extLst>
          </p:cNvPr>
          <p:cNvSpPr txBox="1"/>
          <p:nvPr/>
        </p:nvSpPr>
        <p:spPr>
          <a:xfrm>
            <a:off x="1380392" y="808892"/>
            <a:ext cx="629968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2060"/>
                </a:solidFill>
              </a:rPr>
              <a:t>4.Manager Page: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manager page where we have Total Requests, Completed Requests and Pending Requests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have Training request Details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have Create New Request where we can create request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2F79AC-6403-0185-42A0-407B5D485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94" y="3078902"/>
            <a:ext cx="6052249" cy="27667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31038F-B283-8490-82AB-216207B56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078902"/>
            <a:ext cx="5535386" cy="276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32192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B3E321-5400-20A2-E9F2-0DC563AA4961}"/>
              </a:ext>
            </a:extLst>
          </p:cNvPr>
          <p:cNvSpPr txBox="1"/>
          <p:nvPr/>
        </p:nvSpPr>
        <p:spPr>
          <a:xfrm>
            <a:off x="1934308" y="1028700"/>
            <a:ext cx="79306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IN" dirty="0">
                <a:solidFill>
                  <a:srgbClr val="002060"/>
                </a:solidFill>
              </a:rPr>
              <a:t>Challenges:</a:t>
            </a:r>
          </a:p>
          <a:p>
            <a:endParaRPr lang="en-IN" dirty="0">
              <a:solidFill>
                <a:schemeClr val="bg2">
                  <a:lumMod val="75000"/>
                </a:schemeClr>
              </a:solidFill>
              <a:highlight>
                <a:srgbClr val="C0C0C0"/>
              </a:highlight>
            </a:endParaRPr>
          </a:p>
          <a:p>
            <a:r>
              <a:rPr lang="en-IN" dirty="0"/>
              <a:t>1.Facing issue while installing Django and setup environment</a:t>
            </a:r>
          </a:p>
          <a:p>
            <a:r>
              <a:rPr lang="en-IN" dirty="0"/>
              <a:t>2.Facing an issue while configure it.</a:t>
            </a:r>
          </a:p>
        </p:txBody>
      </p:sp>
    </p:spTree>
    <p:extLst>
      <p:ext uri="{BB962C8B-B14F-4D97-AF65-F5344CB8AC3E}">
        <p14:creationId xmlns:p14="http://schemas.microsoft.com/office/powerpoint/2010/main" val="145471610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CAC9FC-E7D4-D34B-58C3-CD6AC7FEAB98}"/>
              </a:ext>
            </a:extLst>
          </p:cNvPr>
          <p:cNvSpPr/>
          <p:nvPr/>
        </p:nvSpPr>
        <p:spPr>
          <a:xfrm>
            <a:off x="1007417" y="813220"/>
            <a:ext cx="35477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</a:rPr>
              <a:t>Milestone-2: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272E7-8A66-37AA-703C-B08250A83B3D}"/>
              </a:ext>
            </a:extLst>
          </p:cNvPr>
          <p:cNvSpPr txBox="1"/>
          <p:nvPr/>
        </p:nvSpPr>
        <p:spPr>
          <a:xfrm>
            <a:off x="2939563" y="2233054"/>
            <a:ext cx="58732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milestone-2 We have 2 Modules 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     1.Course Creation And Assignment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2.Employee Progress Tracking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created Admin page and Employee page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84BA05-DC11-3B41-0643-97E79118C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6492" y="3626827"/>
            <a:ext cx="2760784" cy="207058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48B4535-B81B-FC5B-CF09-E4E3491A8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411" y="1215441"/>
            <a:ext cx="2129204" cy="212920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668005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16D9CD6-0989-3806-6C93-A3D82DC7A6BD}"/>
              </a:ext>
            </a:extLst>
          </p:cNvPr>
          <p:cNvSpPr txBox="1"/>
          <p:nvPr/>
        </p:nvSpPr>
        <p:spPr>
          <a:xfrm>
            <a:off x="2041071" y="947057"/>
            <a:ext cx="2775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Admin page:</a:t>
            </a:r>
            <a:endParaRPr lang="en-IN" sz="3200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B9CC3A-C399-E494-2E47-D75BE313A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071" y="1689943"/>
            <a:ext cx="9046029" cy="435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6513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A1AA67-9090-B537-2C81-4664AAC2058D}"/>
              </a:ext>
            </a:extLst>
          </p:cNvPr>
          <p:cNvSpPr txBox="1"/>
          <p:nvPr/>
        </p:nvSpPr>
        <p:spPr>
          <a:xfrm>
            <a:off x="1616529" y="2429666"/>
            <a:ext cx="85235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1.Admin can Approve or Reject requests which are created by manager.</a:t>
            </a:r>
          </a:p>
          <a:p>
            <a:endParaRPr lang="en-US" dirty="0"/>
          </a:p>
          <a:p>
            <a:r>
              <a:rPr lang="en-US" dirty="0"/>
              <a:t>2.According to the requests approved he creates courses to the employees.</a:t>
            </a:r>
          </a:p>
          <a:p>
            <a:endParaRPr lang="en-US" dirty="0"/>
          </a:p>
          <a:p>
            <a:r>
              <a:rPr lang="en-US" dirty="0"/>
              <a:t>3.Tracks the employee progress.</a:t>
            </a:r>
          </a:p>
          <a:p>
            <a:endParaRPr lang="en-IN" dirty="0"/>
          </a:p>
          <a:p>
            <a:r>
              <a:rPr lang="en-IN" dirty="0"/>
              <a:t>4.He can also tracks the feedback given by </a:t>
            </a:r>
            <a:r>
              <a:rPr lang="en-IN" dirty="0" err="1"/>
              <a:t>emloyees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517876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3827E6-F20A-C509-BAF5-A78523829A24}"/>
              </a:ext>
            </a:extLst>
          </p:cNvPr>
          <p:cNvSpPr txBox="1"/>
          <p:nvPr/>
        </p:nvSpPr>
        <p:spPr>
          <a:xfrm>
            <a:off x="800100" y="1240972"/>
            <a:ext cx="2906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Employee page:</a:t>
            </a:r>
            <a:endParaRPr lang="en-IN" sz="2800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75A2FF-9DE8-980F-E995-DC083457E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14" y="1943160"/>
            <a:ext cx="9846129" cy="439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59011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93790C-5B47-13B6-0115-7427D1C3335B}"/>
              </a:ext>
            </a:extLst>
          </p:cNvPr>
          <p:cNvSpPr/>
          <p:nvPr/>
        </p:nvSpPr>
        <p:spPr>
          <a:xfrm>
            <a:off x="1007417" y="813220"/>
            <a:ext cx="35477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</a:rPr>
              <a:t>Milestone-3: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B1F843-42DE-3FAD-B099-2D72A44CA741}"/>
              </a:ext>
            </a:extLst>
          </p:cNvPr>
          <p:cNvSpPr txBox="1"/>
          <p:nvPr/>
        </p:nvSpPr>
        <p:spPr>
          <a:xfrm>
            <a:off x="3037113" y="2413337"/>
            <a:ext cx="625384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 milestone-3 We have 2 Modules </a:t>
            </a:r>
          </a:p>
          <a:p>
            <a:r>
              <a:rPr lang="en-US" sz="2000" dirty="0"/>
              <a:t>   </a:t>
            </a:r>
          </a:p>
          <a:p>
            <a:r>
              <a:rPr lang="en-US" sz="2000" dirty="0"/>
              <a:t>     1.Feedback Collection</a:t>
            </a:r>
          </a:p>
          <a:p>
            <a:r>
              <a:rPr lang="en-US" sz="2000" dirty="0"/>
              <a:t>      </a:t>
            </a:r>
          </a:p>
          <a:p>
            <a:r>
              <a:rPr lang="en-US" sz="2000" dirty="0"/>
              <a:t>     2.Feedback Reporting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B4597D0-3429-4AD0-FBC7-78B6D482B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894" y="2327434"/>
            <a:ext cx="3547767" cy="1717119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76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60088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9C0AAA-A409-50D2-1494-4E5A8AFE51C3}"/>
              </a:ext>
            </a:extLst>
          </p:cNvPr>
          <p:cNvSpPr txBox="1"/>
          <p:nvPr/>
        </p:nvSpPr>
        <p:spPr>
          <a:xfrm>
            <a:off x="2204357" y="1355271"/>
            <a:ext cx="76254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en-IN" dirty="0"/>
              <a:t>.He can view the courses created by admin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2.He can view his progress.</a:t>
            </a:r>
          </a:p>
          <a:p>
            <a:endParaRPr lang="en-US" dirty="0"/>
          </a:p>
          <a:p>
            <a:r>
              <a:rPr lang="en-US" dirty="0"/>
              <a:t>3.He can give general feedback and course feedback.</a:t>
            </a:r>
          </a:p>
          <a:p>
            <a:endParaRPr lang="en-US" dirty="0"/>
          </a:p>
          <a:p>
            <a:r>
              <a:rPr lang="en-US" dirty="0"/>
              <a:t>4.He notified when new courses are created </a:t>
            </a:r>
            <a:r>
              <a:rPr lang="en-US"/>
              <a:t>by admin.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098810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0E0306-AB11-1428-A1F3-4C454BBA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268" y="1703892"/>
            <a:ext cx="8678486" cy="46731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73DBBC-4B2C-DC1F-5E2C-B093E2C4D708}"/>
              </a:ext>
            </a:extLst>
          </p:cNvPr>
          <p:cNvSpPr txBox="1"/>
          <p:nvPr/>
        </p:nvSpPr>
        <p:spPr>
          <a:xfrm>
            <a:off x="2106386" y="996043"/>
            <a:ext cx="3396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Feedback Collection :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53643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8825E7-2EA6-55F0-7747-C8D84C8DB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875" y="2041073"/>
            <a:ext cx="4866939" cy="40823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CA2D60-3D87-23B7-5094-5D9B35CC7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986" y="2041073"/>
            <a:ext cx="4736386" cy="40823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26B60C-990D-E22F-AF1D-265FDA925B3D}"/>
              </a:ext>
            </a:extLst>
          </p:cNvPr>
          <p:cNvSpPr txBox="1"/>
          <p:nvPr/>
        </p:nvSpPr>
        <p:spPr>
          <a:xfrm>
            <a:off x="1045029" y="1012372"/>
            <a:ext cx="3396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Feedback Reporting :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919255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229F233-F086-BC74-A940-D6461D59FB7C}"/>
              </a:ext>
            </a:extLst>
          </p:cNvPr>
          <p:cNvSpPr/>
          <p:nvPr/>
        </p:nvSpPr>
        <p:spPr>
          <a:xfrm>
            <a:off x="1285003" y="1009163"/>
            <a:ext cx="35477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</a:rPr>
              <a:t>Milestone-</a:t>
            </a:r>
            <a:r>
              <a:rPr lang="en-US" sz="54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</a:rPr>
              <a:t>4</a:t>
            </a:r>
            <a:r>
              <a:rPr lang="en-US" sz="5400" b="0" cap="none" spc="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FC5BB-6F5C-D790-902F-28048614BFB7}"/>
              </a:ext>
            </a:extLst>
          </p:cNvPr>
          <p:cNvSpPr txBox="1"/>
          <p:nvPr/>
        </p:nvSpPr>
        <p:spPr>
          <a:xfrm>
            <a:off x="3159370" y="2641268"/>
            <a:ext cx="58732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milestone-4 We have 2 Modules 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     1.Notification System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2.Notification Alert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AF95048-629D-1772-19E3-D3F77E01A4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5" t="5562" r="-168" b="19560"/>
          <a:stretch/>
        </p:blipFill>
        <p:spPr bwMode="auto">
          <a:xfrm>
            <a:off x="7277102" y="2820882"/>
            <a:ext cx="3924298" cy="2567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065832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CDE980-FB3A-52BB-1CD2-457F01EF8C48}"/>
              </a:ext>
            </a:extLst>
          </p:cNvPr>
          <p:cNvSpPr txBox="1"/>
          <p:nvPr/>
        </p:nvSpPr>
        <p:spPr>
          <a:xfrm>
            <a:off x="1387928" y="1186934"/>
            <a:ext cx="6106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2060"/>
                </a:solidFill>
              </a:rPr>
              <a:t>Notification System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2293889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3BAC89-FBFC-3200-B4C6-6F0E30E20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948" y="2347761"/>
            <a:ext cx="4105848" cy="21624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22030A-6DF9-2D3F-94B5-28F6ACE2B418}"/>
              </a:ext>
            </a:extLst>
          </p:cNvPr>
          <p:cNvSpPr txBox="1"/>
          <p:nvPr/>
        </p:nvSpPr>
        <p:spPr>
          <a:xfrm>
            <a:off x="1191986" y="1399205"/>
            <a:ext cx="6106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2060"/>
                </a:solidFill>
              </a:rPr>
              <a:t>Notification </a:t>
            </a:r>
            <a:r>
              <a:rPr lang="en-US" dirty="0">
                <a:solidFill>
                  <a:srgbClr val="002060"/>
                </a:solidFill>
              </a:rPr>
              <a:t>Alert</a:t>
            </a:r>
            <a:r>
              <a:rPr lang="en-US" sz="1800" dirty="0">
                <a:solidFill>
                  <a:srgbClr val="002060"/>
                </a:solidFill>
              </a:rPr>
              <a:t>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5475314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03F669-5B5C-FC2F-9673-809FE41FE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95" y="2158541"/>
            <a:ext cx="1829055" cy="3010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D9BCAA-55E1-B890-8BE4-B108F9D9C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484" y="2158541"/>
            <a:ext cx="1219370" cy="3134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5A8745-FA66-E0D3-BDFB-9ACCAFB13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377" y="2158541"/>
            <a:ext cx="1219370" cy="31436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4AF8D6-9EC6-5786-3B54-5901B50E9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163" y="2158541"/>
            <a:ext cx="1333686" cy="27150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41586A-B184-580C-529D-F6D6880998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847" y="2158541"/>
            <a:ext cx="1295581" cy="18481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52EF4D6-D26B-AD8B-C168-C6D07A777587}"/>
              </a:ext>
            </a:extLst>
          </p:cNvPr>
          <p:cNvSpPr txBox="1"/>
          <p:nvPr/>
        </p:nvSpPr>
        <p:spPr>
          <a:xfrm>
            <a:off x="1056895" y="1289957"/>
            <a:ext cx="10960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PROJECT      MAIN PROJECT       APP-1                 APP-2                APP-3</a:t>
            </a:r>
            <a:endParaRPr lang="en-IN" sz="24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4D805D-351C-08F1-355A-737A98BFCF72}"/>
              </a:ext>
            </a:extLst>
          </p:cNvPr>
          <p:cNvSpPr txBox="1"/>
          <p:nvPr/>
        </p:nvSpPr>
        <p:spPr>
          <a:xfrm>
            <a:off x="865414" y="559872"/>
            <a:ext cx="3124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</a:rPr>
              <a:t>File Structure :</a:t>
            </a:r>
            <a:endParaRPr lang="en-IN" sz="36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319472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0B4ADB-E568-CDF5-A80B-598D43658B90}"/>
              </a:ext>
            </a:extLst>
          </p:cNvPr>
          <p:cNvSpPr/>
          <p:nvPr/>
        </p:nvSpPr>
        <p:spPr>
          <a:xfrm>
            <a:off x="2900068" y="2505670"/>
            <a:ext cx="482683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0" cap="none" spc="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01899294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263</TotalTime>
  <Words>383</Words>
  <Application>Microsoft Office PowerPoint</Application>
  <PresentationFormat>Widescreen</PresentationFormat>
  <Paragraphs>85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Tw Cen MT</vt:lpstr>
      <vt:lpstr>Wingdings</vt:lpstr>
      <vt:lpstr>Circuit</vt:lpstr>
      <vt:lpstr>Learning               and     development       management         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jabitha p</dc:creator>
  <cp:lastModifiedBy>jabitha p</cp:lastModifiedBy>
  <cp:revision>35</cp:revision>
  <dcterms:created xsi:type="dcterms:W3CDTF">2024-11-21T12:37:10Z</dcterms:created>
  <dcterms:modified xsi:type="dcterms:W3CDTF">2024-12-29T12:54:47Z</dcterms:modified>
</cp:coreProperties>
</file>